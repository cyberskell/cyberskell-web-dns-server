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7" autoAdjust="0"/>
  </p:normalViewPr>
  <p:slideViewPr>
    <p:cSldViewPr snapToGrid="0" snapToObjects="1">
      <p:cViewPr varScale="1">
        <p:scale>
          <a:sx n="107" d="100"/>
          <a:sy n="107" d="100"/>
        </p:scale>
        <p:origin x="12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07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Setting Up a Web &amp;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DNS Server on Linux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CTEC 435</a:t>
            </a:r>
            <a:br>
              <a:rPr lang="en-US" sz="1800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3/6/2026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By: Ethan Haskell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365760"/>
            <a:ext cx="2468880" cy="43891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502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OVERVIEW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10528" y="932688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29400" y="9144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1 — Domain Name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10528" y="1271016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29400" y="1252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2 — BIND9 Install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10528" y="1609344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159105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3 — DNS Config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10528" y="1947672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19293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4 — Apache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10528" y="2286000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226771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5 — Virtual Hosting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10528" y="2624328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26060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6 — SSL/TLS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10528" y="2962656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29400" y="29443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7 — Access Control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10528" y="3300984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29400" y="32826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8 — MySQL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10528" y="3639312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29400" y="362102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9 — phpMyAdmin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10528" y="3977640"/>
            <a:ext cx="6400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29400" y="395935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10 — WordPress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Acquiring a Domain Name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 purchased a domain name (cyberskell.com from Squarespace and configured with custom DNS records pointing to the server's public IP address.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247913" cy="2331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DNS RECORDS CONFIGURED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Registrar: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Squarespace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2532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cyberskell.com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8254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IP: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54480" y="2825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108.40.123.189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118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Record: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54480" y="3118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@ → 108.40.123.189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10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Record: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54480" y="3410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ns1 → 108.40.123.189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AF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CNAME: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54480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www → cyberskell.com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BB39A8-FCA2-92F8-F42D-8D0930ED9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393" y="1855470"/>
            <a:ext cx="5396305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3736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Installing &amp; Configuring BIND9 DNS Server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4488" y="1856170"/>
            <a:ext cx="3017520" cy="288767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5928" y="1828257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COMMANDS USED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7640" y="2166585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1648" y="2184873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apt install bind9 bind9utils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67640" y="2596353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1648" y="2614641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systemctl start named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7640" y="3026121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1648" y="3044409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systemctl enable named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7640" y="3455889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1648" y="3474177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named-checkconf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7640" y="3885657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1648" y="3903945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named-checkzone cyberskell.com \/etc/bind/zones/db.cyberskell.com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7640" y="4315425"/>
            <a:ext cx="283464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1648" y="4333713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dig cyberskell.com @localhost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rcRect t="9461" r="6406"/>
          <a:stretch>
            <a:fillRect/>
          </a:stretch>
        </p:blipFill>
        <p:spPr>
          <a:xfrm>
            <a:off x="0" y="666487"/>
            <a:ext cx="5049400" cy="113748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249167" y="1856170"/>
            <a:ext cx="1688951" cy="2887679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398698" y="2084288"/>
            <a:ext cx="1389888" cy="2659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name changed from 'bind9' to 'named’ inside of Ubuntu server so when I tried to use the original commands like </a:t>
            </a:r>
            <a:r>
              <a:rPr lang="en-US" sz="10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sudo</a:t>
            </a: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systemctl</a:t>
            </a: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start bind9 it didn’t work. I had to  use: sudo systemctl start named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2C877F-0991-F987-1C09-9D14C4F10C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754"/>
          <a:stretch>
            <a:fillRect/>
          </a:stretch>
        </p:blipFill>
        <p:spPr>
          <a:xfrm>
            <a:off x="5065535" y="681441"/>
            <a:ext cx="4078465" cy="42222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3736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Apache Web Server &amp; Virtual Hosting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114800" cy="1920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2834640"/>
            <a:ext cx="41148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777240"/>
            <a:ext cx="4206240" cy="3977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INSTALLATION &amp; CONFIG STEPS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73168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 Apache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73168" y="14630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28032" y="14721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apt install apache2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73168" y="1719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Service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773168" y="19202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28032" y="19293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systemctl enable apache2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73168" y="21762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Document Root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773168" y="23774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828032" y="23865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mkdir -p /var/www/cyberskell.com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73168" y="26334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VHost Config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773168" y="28346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828032" y="28437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/etc/apache2/sites-available/cyberskell.com.conf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773168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VHost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773168" y="32918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828032" y="3300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a2ensite cyberskell.com.conf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773168" y="3547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Disable Default Site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773168" y="37490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828032" y="37581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a2dissite 000-default.conf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773168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Reload Apache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773168" y="4206240"/>
            <a:ext cx="3886200" cy="21031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4828032" y="42153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systemctl reload apache2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Securing Apache with SSL/TLS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846320" cy="2286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154680"/>
            <a:ext cx="484632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4518" y="2807208"/>
            <a:ext cx="17875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SSL VirtualHost Configuration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74320" y="444810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HTTPS page loaded successfully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394960" y="777240"/>
            <a:ext cx="3474720" cy="3977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486400" y="868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SSL SETUP STEPS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86400" y="12618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Generate Self-Signed Cert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0" y="1490472"/>
            <a:ext cx="32461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541264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openssl req -x509 -nodes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-days 365 -newkey rsa:2048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8640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Enable SSL Module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0" y="2148840"/>
            <a:ext cx="32461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541264" y="2167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a2enmod ssl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486400" y="2578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Add VHost *:443 Block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486400" y="2807208"/>
            <a:ext cx="32461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541264" y="282549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SSLEngine 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SSLCertificateFile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SSLCertificateKeyFile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486400" y="32369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Reload Apache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486400" y="3465576"/>
            <a:ext cx="32461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541264" y="34838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systemctl reload apache2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486400" y="38953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Test in Browser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486400" y="4123944"/>
            <a:ext cx="32461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541264" y="4142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https://192.168.1.190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 Control by Source IP Address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856219"/>
            <a:ext cx="50292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7873" y="4014216"/>
            <a:ext cx="22384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VHost config with IP restriction applied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54980" y="820181"/>
            <a:ext cx="329184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69280" y="868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280" y="12344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&lt;Directory&gt; block inside the VirtualHost restricts access based on the client's source IP address.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69280" y="2148840"/>
            <a:ext cx="306324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24144" y="21671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&lt;Directory /var/www/cyberskell.com&gt;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Require ip 192.168.1.0/24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&lt;/Directory&gt;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88152" y="28895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Allows all devices on 192.168.1.0/24 subnet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88152" y="32095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all other IP ranges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88152" y="35295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Tested successfully from laptop and other local devices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88152" y="38496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to both HTTP and HTTPS virtual hosts this allowed the server to be accessed across both ports 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9DCDCEC-8F9D-0E3A-E553-F8EBAA293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115" y="737124"/>
            <a:ext cx="3124520" cy="24842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Installing &amp; Securing MySQL Server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72424" y="1791776"/>
            <a:ext cx="2871576" cy="3036256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419190" y="182791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SETUP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459160" y="2100354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48128" y="1157036"/>
            <a:ext cx="15957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and user creation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B2DD1BF-9511-F628-CD5F-FA274B2A8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2" y="925801"/>
            <a:ext cx="4270093" cy="3882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18278" y="9558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mysql_secure_installation output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42575" y="1881492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 MySQL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59160" y="2100733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apt install mysql-server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24287" y="2331341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Secure Installation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42575" y="2613314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42575" y="2612258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mysql_secure_installation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378567" y="2886256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Database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415143" y="3125378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42575" y="3151754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CREATE DATABASE wordpress_db;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351135" y="3391327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User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401427" y="3620409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396855" y="3647681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CREATE USER 'wp_user'@'localhost'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IDENTIFIED BY 'password';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323703" y="3839383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Grant Privileges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392283" y="4086753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6369423" y="4104881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GRANT ALL PRIVILEGES 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wordpress_db.* TO 'wp_user'@'localhost';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323703" y="4314871"/>
            <a:ext cx="2621874" cy="19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Changes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369423" y="4543953"/>
            <a:ext cx="2653087" cy="253777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415143" y="4552937"/>
            <a:ext cx="2559448" cy="235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FLUSH PRIVILEGES;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Installing &amp; Securing phpMyAdmin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2743200" cy="2286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17520" y="755254"/>
            <a:ext cx="2743200" cy="2286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06338" y="280078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phpMyAdmin Dashboard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225014" y="3524205"/>
            <a:ext cx="8918986" cy="1595561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74320" y="3625427"/>
            <a:ext cx="8539455" cy="279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INSTALLATION and Securing </a:t>
            </a:r>
            <a:r>
              <a:rPr lang="en-US" sz="900" b="1" kern="0" spc="100" dirty="0" err="1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phpMyadmin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1803" y="4071913"/>
            <a:ext cx="8539455" cy="219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Installed via: sudo apt install phpmyadmin — selected apache2 as web server during setup and completed </a:t>
            </a:r>
            <a:r>
              <a:rPr lang="en-US" sz="1100" dirty="0" err="1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confirguation</a:t>
            </a: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91803" y="4444996"/>
            <a:ext cx="8539455" cy="219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phpMyAdmin </a:t>
            </a:r>
            <a:r>
              <a:rPr lang="en-US" sz="1100" dirty="0" err="1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symlinked</a:t>
            </a: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using : sudo ln -s /usr/share/phpmyadmin /var/www/cyberskell.com/phpMyAdmin this made them linked and shared the same outputs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91803" y="4818080"/>
            <a:ext cx="8539455" cy="219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 restriction added to /etc/apache2/conf-available/</a:t>
            </a:r>
            <a:r>
              <a:rPr lang="en-US" sz="1100" dirty="0" err="1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phpmyadmin.conf</a:t>
            </a: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making it so that only the require </a:t>
            </a:r>
            <a:r>
              <a:rPr lang="en-US" sz="1100" dirty="0" err="1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</a:t>
            </a:r>
            <a:r>
              <a:rPr lang="en-US" sz="1100" dirty="0">
                <a:solidFill>
                  <a:srgbClr val="F0F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192.168.1.0/24 was able to access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3438245-77BB-3C7D-6DD9-906BB29C32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6829" r="39499"/>
          <a:stretch>
            <a:fillRect/>
          </a:stretch>
        </p:blipFill>
        <p:spPr>
          <a:xfrm>
            <a:off x="4380658" y="1281097"/>
            <a:ext cx="4763342" cy="14849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0" y="24756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 Restriction Config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">
            <a:extLst>
              <a:ext uri="{FF2B5EF4-FFF2-40B4-BE49-F238E27FC236}">
                <a16:creationId xmlns:a16="http://schemas.microsoft.com/office/drawing/2014/main" id="{7FB5196D-3B80-878A-AF4E-172E2EA7D4BD}"/>
              </a:ext>
            </a:extLst>
          </p:cNvPr>
          <p:cNvSpPr/>
          <p:nvPr/>
        </p:nvSpPr>
        <p:spPr>
          <a:xfrm>
            <a:off x="225014" y="4754880"/>
            <a:ext cx="5118758" cy="364886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54480" y="731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Installing &amp; Securing WordPress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5029200" cy="27432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4572" y="3625327"/>
            <a:ext cx="502920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158" y="4827494"/>
            <a:ext cx="402784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permission hardening with chown &amp; </a:t>
            </a:r>
            <a:r>
              <a:rPr lang="en-US" sz="900" b="1" dirty="0" err="1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chmod</a:t>
            </a:r>
            <a:r>
              <a:rPr lang="en-US" sz="9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this prevents non root users from hanging anything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577840" y="777240"/>
            <a:ext cx="3291840" cy="3977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669280" y="868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INSTALLATION STEPS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69280" y="1261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Download WordPress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669280" y="146304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724144" y="14721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wget https://wordpress.org/latest.tar.gz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669280" y="17647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669280" y="196596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724144" y="19751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tar -xzvf latest.tar.gz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669280" y="2267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to Web Root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669280" y="246888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724144" y="24780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mv wordpress /var/www/cyberskell.com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669280" y="27706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 wp-config.php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669280" y="297180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724144" y="29809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DB_NAME, DB_USER, DB_PASSWORD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669280" y="32735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Permissions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669280" y="347472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724144" y="3483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chown -R www-data:www-data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sudo chmod -R 755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669280" y="37764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Web Installer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5669280" y="3977640"/>
            <a:ext cx="31546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724144" y="3986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http://192.168.1.190/wordpress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and checkpoints 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84124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914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DNS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cyberskell.com, configured BIND9 as authoritative DNS server with A and CNAME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67128"/>
            <a:ext cx="84124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914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4231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Apache on Ubuntu 24.04, configured virtual hosting for cyberskell.com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25496"/>
            <a:ext cx="84124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825496"/>
            <a:ext cx="914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852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08152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Apache with self-signed SSL/TLS certificate, implemented IP-based access control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83864"/>
            <a:ext cx="84124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483864"/>
            <a:ext cx="914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511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73989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hardened MySQL, created dedicated WordPress database and user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142232"/>
            <a:ext cx="84124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4142232"/>
            <a:ext cx="9144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41696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39826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configured phpMyAdmin and WordPress with proper file permissions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798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a Web and DNS Server on Linux</dc:title>
  <dc:subject>PptxGenJS Presentation</dc:subject>
  <dc:creator>PptxGenJS</dc:creator>
  <cp:lastModifiedBy>Ethan N Haskell</cp:lastModifiedBy>
  <cp:revision>2</cp:revision>
  <dcterms:created xsi:type="dcterms:W3CDTF">2026-03-06T21:23:32Z</dcterms:created>
  <dcterms:modified xsi:type="dcterms:W3CDTF">2026-03-07T00:35:44Z</dcterms:modified>
</cp:coreProperties>
</file>